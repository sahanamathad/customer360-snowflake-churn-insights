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Customer_Insights_17634904481870/CustomerInsightsOverview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6C0962A-3C48-4E98-A9D0-2C057F2A1BE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Customer_Insights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A867FEA-7E84-4EBD-B18C-0999219C3FB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11/18/2025 6:38:46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" id="2" name="slide2">
            <a:extLst>
              <a:ext uri="{FF2B5EF4-FFF2-40B4-BE49-F238E27FC236}">
                <a16:creationId xmlns:a16="http://schemas.microsoft.com/office/drawing/2014/main" id="{BEEE3C79-FB29-4FE6-8EC5-9727DA9B02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625" y="1385887"/>
            <a:ext cx="752475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2" id="3" name="slide3">
            <a:extLst>
              <a:ext uri="{FF2B5EF4-FFF2-40B4-BE49-F238E27FC236}">
                <a16:creationId xmlns:a16="http://schemas.microsoft.com/office/drawing/2014/main" id="{C65167D1-F635-4BAD-8771-0E9E97F39B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385887"/>
            <a:ext cx="113538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3" id="4" name="slide4">
            <a:extLst>
              <a:ext uri="{FF2B5EF4-FFF2-40B4-BE49-F238E27FC236}">
                <a16:creationId xmlns:a16="http://schemas.microsoft.com/office/drawing/2014/main" id="{BC13E8B1-73DF-4C29-AD87-3A275DC1D1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947862"/>
            <a:ext cx="1135380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4" id="5" name="slide5">
            <a:extLst>
              <a:ext uri="{FF2B5EF4-FFF2-40B4-BE49-F238E27FC236}">
                <a16:creationId xmlns:a16="http://schemas.microsoft.com/office/drawing/2014/main" id="{74B4F9B3-0732-4950-B777-19FF874AD1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675" y="1385887"/>
            <a:ext cx="520065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5" id="6" name="slide6">
            <a:extLst>
              <a:ext uri="{FF2B5EF4-FFF2-40B4-BE49-F238E27FC236}">
                <a16:creationId xmlns:a16="http://schemas.microsoft.com/office/drawing/2014/main" id="{1CB9686C-F16B-4FC8-AA17-96853CE248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387" y="1385887"/>
            <a:ext cx="522922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6" id="7" name="slide7">
            <a:extLst>
              <a:ext uri="{FF2B5EF4-FFF2-40B4-BE49-F238E27FC236}">
                <a16:creationId xmlns:a16="http://schemas.microsoft.com/office/drawing/2014/main" id="{C1AB38B5-BFF6-424B-8FEA-B2A29334F9D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787" y="1390650"/>
            <a:ext cx="7210425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7" id="8" name="slide8">
            <a:extLst>
              <a:ext uri="{FF2B5EF4-FFF2-40B4-BE49-F238E27FC236}">
                <a16:creationId xmlns:a16="http://schemas.microsoft.com/office/drawing/2014/main" id="{A14AD306-F086-44EA-8C1E-5CF1B8313C8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" y="1385887"/>
            <a:ext cx="1118235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8" id="9" name="slide9">
            <a:extLst>
              <a:ext uri="{FF2B5EF4-FFF2-40B4-BE49-F238E27FC236}">
                <a16:creationId xmlns:a16="http://schemas.microsoft.com/office/drawing/2014/main" id="{7D22700D-11F3-4B53-A73E-2261C19DF59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925" y="1385887"/>
            <a:ext cx="501015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Insights Overview" id="10" name="slide10">
            <a:extLst>
              <a:ext uri="{FF2B5EF4-FFF2-40B4-BE49-F238E27FC236}">
                <a16:creationId xmlns:a16="http://schemas.microsoft.com/office/drawing/2014/main" id="{A1F09444-2CD5-4AA7-A57C-3CE64999E4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6599"/>
            <a:ext cx="12192000" cy="400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ge Demographics &amp;amp; Churn Insights" id="11" name="slide11">
            <a:extLst>
              <a:ext uri="{FF2B5EF4-FFF2-40B4-BE49-F238E27FC236}">
                <a16:creationId xmlns:a16="http://schemas.microsoft.com/office/drawing/2014/main" id="{E2FE8AAA-EDF6-4F91-BAE9-5B13193B24D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677" y="0"/>
            <a:ext cx="85746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9" id="12" name="slide12">
            <a:extLst>
              <a:ext uri="{FF2B5EF4-FFF2-40B4-BE49-F238E27FC236}">
                <a16:creationId xmlns:a16="http://schemas.microsoft.com/office/drawing/2014/main" id="{A5DA9965-B9E0-490D-9C1D-28AC8F9001E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087" y="1357312"/>
            <a:ext cx="317182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havioral Analysis Dashboard" id="13" name="slide13">
            <a:extLst>
              <a:ext uri="{FF2B5EF4-FFF2-40B4-BE49-F238E27FC236}">
                <a16:creationId xmlns:a16="http://schemas.microsoft.com/office/drawing/2014/main" id="{74AAB16F-AACC-4CE7-AF44-EEDB7C341ED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677" y="0"/>
            <a:ext cx="85746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2025-11-18T18:38:46Z</dcterms:created>
  <dcterms:modified xsi:type="dcterms:W3CDTF">2025-11-18T18:38:46Z</dcterms:modified>
</cp:coreProperties>
</file>